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61" r:id="rId7"/>
    <p:sldId id="258" r:id="rId8"/>
    <p:sldId id="262" r:id="rId9"/>
    <p:sldId id="263" r:id="rId10"/>
    <p:sldId id="259" r:id="rId11"/>
    <p:sldId id="260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hYuhfJYaclCAh0BxL4Juds2lB4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 dirty="0"/>
              <a:t>Robot Vision Course Project</a:t>
            </a:r>
            <a:br>
              <a:rPr lang="en" sz="3980" dirty="0"/>
            </a:br>
            <a:r>
              <a:rPr lang="en" sz="3980" dirty="0"/>
              <a:t>The Overfitters</a:t>
            </a:r>
            <a:endParaRPr sz="3980" dirty="0"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1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Alejandro Sanchez (aas10269)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Dmitri Lyalikov (NetID2)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Vaibhav Choudhary (vc2640)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" dirty="0"/>
              <a:t>Jean-Pierre Troin (NetID3)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11700" y="2071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/>
              <a:t>Description of the Problem and References </a:t>
            </a:r>
            <a:endParaRPr dirty="0"/>
          </a:p>
        </p:txBody>
      </p:sp>
      <p:sp>
        <p:nvSpPr>
          <p:cNvPr id="61" name="Google Shape;61;p2"/>
          <p:cNvSpPr txBox="1">
            <a:spLocks noGrp="1"/>
          </p:cNvSpPr>
          <p:nvPr>
            <p:ph type="body" idx="1"/>
          </p:nvPr>
        </p:nvSpPr>
        <p:spPr>
          <a:xfrm>
            <a:off x="311700" y="779832"/>
            <a:ext cx="8417772" cy="397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lnSpc>
                <a:spcPct val="100000"/>
              </a:lnSpc>
              <a:buClr>
                <a:schemeClr val="dk1"/>
              </a:buClr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 Statement: </a:t>
            </a:r>
            <a:r>
              <a:rPr lang="en-US" sz="1400" dirty="0">
                <a:solidFill>
                  <a:schemeClr val="tx1"/>
                </a:solidFill>
              </a:rPr>
              <a:t>The task is to design a vision-based autonomous navigation system that can move a robot from the start point to the goal point in a simulated maze environment using the vis_nav_player simulator. The robot must use the provided exploration data and visual feedback to navigate accurately(autonomously) without human control.</a:t>
            </a:r>
          </a:p>
          <a:p>
            <a:pPr marL="114300" lvl="0" indent="0">
              <a:lnSpc>
                <a:spcPct val="100000"/>
              </a:lnSpc>
              <a:buClr>
                <a:schemeClr val="dk1"/>
              </a:buClr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Objectives: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Reach the target goal position with minimum error.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Implement and apply learnt concepts from Robotics Perception.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Minimize the total navigation time to under ten minutes.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Demonstrate understanding of robot perception and navigation concepts.</a:t>
            </a:r>
          </a:p>
          <a:p>
            <a:pPr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Implement and test the baseline navigation algorithm (baseline.py).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B15AF-AD69-FF44-369E-D37359DDE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0688"/>
            <a:ext cx="8520600" cy="4398187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Tools &amp; References: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vis_nav_player simulator repository from GitHub and baseline.py for navigation testing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Python (NumPy, Matplotlib, JSON, OpenCV, sklearn, logging) for data handling, image processing , logging and data analysis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Exploration data and startup.json provided for the competition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Concepts from Robot Perception lectures on visual odometry, feature extraction on images and path planning.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Research Papers: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David G. Lowe, “Distinctive Image Features from Scale-Invariant Keypoints, ”Computer Science Department, University of British Columbia, Vancouver, B.C. Canada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H. Jégou, M. Douze, C. Schmid and P. Pérez, "Aggregating local descriptors into a compact image representation," 2010 IEEE Computer Society Conference on Computer Vision and Pattern Recognition, San Francisco, CA, USA, 2010, pp.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Joe Yue-Hei Ng, Fan Yang, Larry S. Davis, “Exploiting Local Features from Deep Networks for Image Retrieval,” University of Maryland, College Park, MD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Liang Zheng, Yi Yang and Qi Tian, “SIFT Meets CNN: A Decade Survey of Instance Retrieval,” IEEE Transactions on Patterns Analysis and Machine Intelligence.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Shridhar H, Sunil Harakannanavar, Chetan R, Vidyashree Kanabur, Jayalaxmi H, Prashanth C R, “Optimized Image Mosaicing using ORB with Histogram Equalization for Real-Time  Applications,” IEEE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Lu Wang, Zhiming  Qiu, “Combining Color Histogram and ORB Features for  Robust Visual Tracking,” School of Computer Engineering and Science, Shanghai University, Shanghai, China.</a:t>
            </a:r>
          </a:p>
        </p:txBody>
      </p:sp>
    </p:spTree>
    <p:extLst>
      <p:ext uri="{BB962C8B-B14F-4D97-AF65-F5344CB8AC3E}">
        <p14:creationId xmlns:p14="http://schemas.microsoft.com/office/powerpoint/2010/main" val="39960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/>
              <a:t>Methodology Summary Two Paths</a:t>
            </a:r>
            <a:endParaRPr dirty="0"/>
          </a:p>
        </p:txBody>
      </p:sp>
      <p:sp>
        <p:nvSpPr>
          <p:cNvPr id="67" name="Google Shape;6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chemeClr val="tx1"/>
                </a:solidFill>
              </a:rPr>
              <a:t>Implemented two navigation methods:</a:t>
            </a:r>
          </a:p>
          <a:p>
            <a:pPr marL="939800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1500" b="1" dirty="0">
                <a:solidFill>
                  <a:schemeClr val="tx1"/>
                </a:solidFill>
              </a:rPr>
              <a:t>Baseline _lv1:</a:t>
            </a:r>
            <a:r>
              <a:rPr lang="en-US" sz="1500" dirty="0">
                <a:solidFill>
                  <a:schemeClr val="tx1"/>
                </a:solidFill>
              </a:rPr>
              <a:t> classical SIFT + VLAD visual navigation with manual control.</a:t>
            </a:r>
          </a:p>
          <a:p>
            <a:pPr marL="939800" lvl="1" indent="-342900">
              <a:lnSpc>
                <a:spcPct val="160000"/>
              </a:lnSpc>
              <a:buFont typeface="+mj-lt"/>
              <a:buAutoNum type="arabicPeriod"/>
            </a:pPr>
            <a:r>
              <a:rPr lang="en-US" sz="1500" b="1" dirty="0">
                <a:solidFill>
                  <a:schemeClr val="tx1"/>
                </a:solidFill>
              </a:rPr>
              <a:t>Full_Auto (Baseline++):</a:t>
            </a:r>
            <a:r>
              <a:rPr lang="en-US" sz="1500" dirty="0">
                <a:solidFill>
                  <a:schemeClr val="tx1"/>
                </a:solidFill>
              </a:rPr>
              <a:t> hybrid ORB + Color Histogram features with adaptive graph weighting and heuristic A* planning (being worked on).</a:t>
            </a: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chemeClr val="tx1"/>
                </a:solidFill>
              </a:rPr>
              <a:t>Built a K-NN navigation graph using blended edge weights </a:t>
            </a:r>
            <a:r>
              <a:rPr lang="en-US" sz="1500" i="1" dirty="0">
                <a:solidFill>
                  <a:schemeClr val="tx1"/>
                </a:solidFill>
              </a:rPr>
              <a:t>(0.8 × VLAD + 0.2 × Color)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chemeClr val="tx1"/>
                </a:solidFill>
              </a:rPr>
              <a:t>Used </a:t>
            </a:r>
            <a:r>
              <a:rPr lang="en-US" sz="1500" b="1" dirty="0">
                <a:solidFill>
                  <a:schemeClr val="tx1"/>
                </a:solidFill>
              </a:rPr>
              <a:t>Heuristic A</a:t>
            </a:r>
            <a:r>
              <a:rPr lang="en-US" sz="1500" dirty="0">
                <a:solidFill>
                  <a:schemeClr val="tx1"/>
                </a:solidFill>
              </a:rPr>
              <a:t>* with neighbor-voting for smoother and shorter paths.</a:t>
            </a: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chemeClr val="tx1"/>
                </a:solidFill>
              </a:rPr>
              <a:t>Full Auto enabled semi- to fully-autonomous navigation with higher stability and lower computation time.</a:t>
            </a: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FC79-4EC9-DF76-2427-EA852FFF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5894228" cy="1054591"/>
          </a:xfrm>
        </p:spPr>
        <p:txBody>
          <a:bodyPr>
            <a:normAutofit/>
          </a:bodyPr>
          <a:lstStyle/>
          <a:p>
            <a:pPr algn="ctr"/>
            <a:r>
              <a:rPr lang="en" b="1" dirty="0"/>
              <a:t>Methodology 1– SIFT-&gt;K</a:t>
            </a:r>
            <a:r>
              <a:rPr lang="en-US" b="1" dirty="0"/>
              <a:t>m</a:t>
            </a:r>
            <a:r>
              <a:rPr lang="en" b="1" dirty="0"/>
              <a:t>eans-&gt;</a:t>
            </a:r>
            <a:br>
              <a:rPr lang="en" b="1" dirty="0"/>
            </a:br>
            <a:r>
              <a:rPr lang="en" b="1" dirty="0"/>
              <a:t>VLAD-&gt;BallTree -&gt;PathFinding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96B70-0241-0EB2-6B0B-8B472600C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80031"/>
            <a:ext cx="8520600" cy="2788843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Feature Extraction: Compute SIFT descriptors for all exploration Images</a:t>
            </a:r>
          </a:p>
          <a:p>
            <a:pPr>
              <a:buFont typeface="+mj-lt"/>
              <a:buAutoNum type="arabicPeriod"/>
            </a:pPr>
            <a:r>
              <a:rPr lang="en-US" dirty="0"/>
              <a:t>Codebook Generation: Train a  K-Means model to form visual vocabulary</a:t>
            </a:r>
          </a:p>
          <a:p>
            <a:pPr>
              <a:buFont typeface="+mj-lt"/>
              <a:buAutoNum type="arabicPeriod"/>
            </a:pPr>
            <a:r>
              <a:rPr lang="en-US" dirty="0"/>
              <a:t>VLAD Encoding: Aggregate local SIFT residuals against their cluster's centroids, producing compact per-image vector.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Database &amp; Graph Construction: Store all VLAD vectors and  connect each image to its 10 nearest neighbors to form a KNN weighted graph.</a:t>
            </a:r>
          </a:p>
          <a:p>
            <a:pPr>
              <a:buFont typeface="+mj-lt"/>
              <a:buAutoNum type="arabicPeriod"/>
            </a:pPr>
            <a:r>
              <a:rPr lang="en-US" dirty="0"/>
              <a:t>Navigation Phase: </a:t>
            </a:r>
          </a:p>
          <a:p>
            <a:r>
              <a:rPr lang="en-US" dirty="0"/>
              <a:t>Compute VLAD descriptor for the current first-person view(FPV).</a:t>
            </a:r>
          </a:p>
          <a:p>
            <a:r>
              <a:rPr lang="en-US" dirty="0"/>
              <a:t>Find the nearest pre-exploration image using a BallTree search.</a:t>
            </a:r>
          </a:p>
          <a:p>
            <a:r>
              <a:rPr lang="en-US" dirty="0"/>
              <a:t>Use A* on the KNN graph to plan  the shortest path from current -&gt; goal image.</a:t>
            </a:r>
          </a:p>
          <a:p>
            <a:r>
              <a:rPr lang="en-US" dirty="0"/>
              <a:t>Display the next best view for manual  control and goal alignment.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CD084-32AC-50A6-47F7-D226F88E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928" y="385517"/>
            <a:ext cx="2626372" cy="12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DAC7-F7C3-A3AA-8D58-EA280A18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 1: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C1187-AC5F-5105-6AB3-D3037BBC9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1152474"/>
            <a:ext cx="2371538" cy="3681853"/>
          </a:xfrm>
        </p:spPr>
        <p:txBody>
          <a:bodyPr>
            <a:normAutofit/>
          </a:bodyPr>
          <a:lstStyle/>
          <a:p>
            <a:r>
              <a:rPr lang="en-US" sz="1200" dirty="0"/>
              <a:t>Here is a screenshot of how the methodology 1 used during the midterm simulation worked showcasing the “next best view” which gives us a clear trajectory about what path to take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D9D98-C0D7-0138-8DEF-442E8420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239" y="1152474"/>
            <a:ext cx="6333146" cy="360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71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74AA-63EB-79F5-346D-A5E2388D9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32140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Results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CE53A-77E8-C02C-DF97-6170B64C6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060039-2B40-3110-6D7A-A631496E6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33" y="829350"/>
            <a:ext cx="89083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reached the goal autonomously without manual input.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reached end of maze using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“next best views” under 10 minutes. This step had to be done manually hence autonomous way was not working as it should. But the SIFT-VLAD encoding method successfully predicted a heuristic A* plan path for the user to  follow.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81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6C7F-27A5-0990-1897-FCCC0453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Discussion and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3228B-4781-F1B7-A35E-EF8BEDB65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Conclusion: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The manual pipeline successfully demonstrated that it was able to show the user the path to reach the end of the maze.</a:t>
            </a:r>
          </a:p>
          <a:p>
            <a:r>
              <a:rPr lang="en-US" sz="1400" dirty="0">
                <a:solidFill>
                  <a:schemeClr val="tx1"/>
                </a:solidFill>
              </a:rPr>
              <a:t>Current manual approach shows strong potential for simulated maze traversal, but too slow for real world autonomous navigation.</a:t>
            </a:r>
          </a:p>
          <a:p>
            <a:r>
              <a:rPr lang="en-US" sz="1400" dirty="0">
                <a:solidFill>
                  <a:schemeClr val="tx1"/>
                </a:solidFill>
              </a:rPr>
              <a:t>Future on implementing autonomous path planning and navigation using (VLAD) and color-based features is being worked on, and we hope it will improve goal-reaching performance.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666044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a69219-8a07-46a4-a9b7-7aedd8b04a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C4A026AEF31F46BD7A833FCF0E5ABA" ma:contentTypeVersion="6" ma:contentTypeDescription="Create a new document." ma:contentTypeScope="" ma:versionID="c0da63d863635a6eff80865f04d5739b">
  <xsd:schema xmlns:xsd="http://www.w3.org/2001/XMLSchema" xmlns:xs="http://www.w3.org/2001/XMLSchema" xmlns:p="http://schemas.microsoft.com/office/2006/metadata/properties" xmlns:ns3="f2a69219-8a07-46a4-a9b7-7aedd8b04a86" targetNamespace="http://schemas.microsoft.com/office/2006/metadata/properties" ma:root="true" ma:fieldsID="2bdf092ec51e6cc7651525e7b72b46ca" ns3:_="">
    <xsd:import namespace="f2a69219-8a07-46a4-a9b7-7aedd8b04a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69219-8a07-46a4-a9b7-7aedd8b04a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247980-DA43-421A-A6F9-32D99EC5A6DB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f2a69219-8a07-46a4-a9b7-7aedd8b04a86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45F24FA-3636-427F-920A-99199F534B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3BF06B-0F86-4ECA-B0C9-BF94A88354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a69219-8a07-46a4-a9b7-7aedd8b04a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830</Words>
  <Application>Microsoft Office PowerPoint</Application>
  <PresentationFormat>On-screen Show (16:9)</PresentationFormat>
  <Paragraphs>56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Robot Vision Course Project The Overfitters</vt:lpstr>
      <vt:lpstr>Description of the Problem and References </vt:lpstr>
      <vt:lpstr>PowerPoint Presentation</vt:lpstr>
      <vt:lpstr>Methodology Summary Two Paths</vt:lpstr>
      <vt:lpstr>Methodology 1– SIFT-&gt;Kmeans-&gt; VLAD-&gt;BallTree -&gt;PathFinding</vt:lpstr>
      <vt:lpstr>Methodology 1: </vt:lpstr>
      <vt:lpstr>Results </vt:lpstr>
      <vt:lpstr>Discussion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Andrew Dev</dc:creator>
  <cp:lastModifiedBy>Alejandro Sanchez</cp:lastModifiedBy>
  <cp:revision>20</cp:revision>
  <dcterms:modified xsi:type="dcterms:W3CDTF">2025-11-07T03:17:39Z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0x01010041C4A026AEF31F46BD7A833FCF0E5ABA</vt:lpwstr>
  </property>
</Properties>
</file>